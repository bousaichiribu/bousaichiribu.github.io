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940"/>
  </p:normalViewPr>
  <p:slideViewPr>
    <p:cSldViewPr snapToGrid="0">
      <p:cViewPr varScale="1">
        <p:scale>
          <a:sx n="88" d="100"/>
          <a:sy n="88" d="100"/>
        </p:scale>
        <p:origin x="184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810736-D2DA-584F-817A-4326FB998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000">
                <a:latin typeface="Hiragino Maru Gothic Pro W4" panose="020F0400000000000000" pitchFamily="34" charset="-128"/>
                <a:ea typeface="Hiragino Maru Gothic Pro W4" panose="020F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5F1320-9586-6A46-9FA7-C3E0DBB14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413FB0-1611-6848-A4E1-E6F8C2A91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569A4-CB80-3546-A768-A550E90926B3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E4E7AF-1436-FC45-9F6B-3EF90B2D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2B6A6B-7AAF-9344-8C37-184B2256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28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362B21D-7164-FD47-968B-F076F45559FB}"/>
              </a:ext>
            </a:extLst>
          </p:cNvPr>
          <p:cNvSpPr/>
          <p:nvPr/>
        </p:nvSpPr>
        <p:spPr>
          <a:xfrm>
            <a:off x="0" y="6253655"/>
            <a:ext cx="12192000" cy="6043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A7540-A785-7740-B1A9-C4E7CB7F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65" y="359103"/>
            <a:ext cx="10515600" cy="643868"/>
          </a:xfrm>
        </p:spPr>
        <p:txBody>
          <a:bodyPr>
            <a:normAutofit/>
          </a:bodyPr>
          <a:lstStyle>
            <a:lvl1pPr>
              <a:defRPr sz="3200">
                <a:latin typeface="Hiragino Maru Gothic Pro W4" panose="020F0400000000000000" pitchFamily="34" charset="-128"/>
                <a:ea typeface="Hiragino Maru Gothic Pro W4" panose="020F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849B82-9A06-204A-B585-64C0F5400E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579" y="1250731"/>
            <a:ext cx="10765221" cy="49262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503B22D-98C2-6F48-A661-0A34DA3E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0C6A-D1EF-1746-83D7-9D879516C78E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1EF5920-29F0-4846-8176-9FD9875E6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FA2A16-2FFB-B647-9492-6093E42F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915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606384-C689-4E4C-B146-DAFB8A09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000">
                <a:latin typeface="Hiragino Maru Gothic Pro W4" panose="020F0400000000000000" pitchFamily="34" charset="-128"/>
                <a:ea typeface="Hiragino Maru Gothic Pro W4" panose="020F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264F33E-D1E0-F845-913A-9F7C8A278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8F2832-F36C-134B-A480-3BC76DDA0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3FAAD-3EC7-BD48-8387-ECBBD43494BF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2CDF01-F348-2743-B649-D2A34A4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62166B-692E-BC4D-918D-DDCD68A18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900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0FE04CE-E48C-3045-B6EC-5BBA5C68F9E4}"/>
              </a:ext>
            </a:extLst>
          </p:cNvPr>
          <p:cNvSpPr/>
          <p:nvPr/>
        </p:nvSpPr>
        <p:spPr>
          <a:xfrm>
            <a:off x="0" y="6253655"/>
            <a:ext cx="12192000" cy="6043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B3FD95F-C0B9-384A-B322-CACDD01EC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65" y="392550"/>
            <a:ext cx="10957034" cy="675399"/>
          </a:xfrm>
        </p:spPr>
        <p:txBody>
          <a:bodyPr>
            <a:normAutofit/>
          </a:bodyPr>
          <a:lstStyle>
            <a:lvl1pPr>
              <a:defRPr sz="3200">
                <a:latin typeface="Hiragino Maru Gothic Pro W4" panose="020F0400000000000000" pitchFamily="34" charset="-128"/>
                <a:ea typeface="Hiragino Maru Gothic Pro W4" panose="020F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4123D4-E304-9F4E-B4E3-6FD71800E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2965" y="1253331"/>
            <a:ext cx="5181600" cy="49236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C303A3-323B-9E48-B14E-15C410249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30764" y="1247336"/>
            <a:ext cx="5623035" cy="49236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4E1605-C50D-B84B-BFDA-CA7405C3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BB987-AC8F-D941-BEB2-E993816C11B1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5A544A-C5F6-2747-979A-3546A0AEC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6412AA-7A61-9F49-B41E-F3F44EB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097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FE7684-0A92-5F40-AA7B-3B96A892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863" y="362168"/>
            <a:ext cx="11374271" cy="612337"/>
          </a:xfrm>
        </p:spPr>
        <p:txBody>
          <a:bodyPr>
            <a:normAutofit/>
          </a:bodyPr>
          <a:lstStyle>
            <a:lvl1pPr>
              <a:defRPr sz="3200">
                <a:latin typeface="Hiragino Maru Gothic Pro W4" panose="020F0400000000000000" pitchFamily="34" charset="-128"/>
                <a:ea typeface="Hiragino Maru Gothic Pro W4" panose="020F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CC6A7A-2834-D643-BDE9-F8DE1F2F8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8864" y="1141192"/>
            <a:ext cx="56109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91DCA64-8D82-7E44-9CAC-8B2AF6589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8864" y="1965103"/>
            <a:ext cx="5610937" cy="422455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5C4B9ED-635E-F840-8FA5-6A41E2C3A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141191"/>
            <a:ext cx="561093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7D7708A-752E-4044-8FA1-99F793127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65103"/>
            <a:ext cx="5610935" cy="422455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4A0EC23-EDE4-6649-9E83-CE4C5E2ED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BD460-7A13-AD41-959A-8C464D289E8F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160BD57-0D4D-A44F-A807-9675327D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B56F569-799B-7C42-A0D0-1EA8907E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420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BEED55F-7714-3742-8161-A30ACDD2C544}"/>
              </a:ext>
            </a:extLst>
          </p:cNvPr>
          <p:cNvSpPr/>
          <p:nvPr/>
        </p:nvSpPr>
        <p:spPr>
          <a:xfrm>
            <a:off x="0" y="6253655"/>
            <a:ext cx="12192000" cy="6043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1828E3-E686-734A-81A5-52322BBD0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7F3DB7B-24FA-EB45-A44B-F4AB2E7F9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45C9-6C07-E245-8ED6-46F86C2A1AE8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E6C85B9-B293-CD44-9F48-5C88632B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3B6C236-17E8-4248-8605-223CCD43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314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FCBE65-F671-E446-B054-C2139833B011}"/>
              </a:ext>
            </a:extLst>
          </p:cNvPr>
          <p:cNvSpPr/>
          <p:nvPr/>
        </p:nvSpPr>
        <p:spPr>
          <a:xfrm>
            <a:off x="0" y="6253655"/>
            <a:ext cx="12192000" cy="6043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C2CB4FF-AE8F-3F40-93F0-CD93ADD7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BF11-C2D5-DE4B-9A7D-BEED908B406E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92BB702-7138-C743-B7BB-27D4C605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7A59132-6DAA-8C45-AC01-964E86C0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2045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072D10-1DEE-BB4D-BFBC-76AF9A535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1597BC-1AA4-C946-89D0-01A0E5E7B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E83E04-F2DF-4645-8441-B3973A2C8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1B7988-072C-0A43-85E4-094B83B85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6134-2F25-2A41-B4B7-9BFD62E71E32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7BB7EE-0002-B74B-962F-15E410F16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9B585F-26F7-6F48-8ADB-1D5447B4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0766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52E791-E61B-CF49-AA5E-12B56221D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8676CA5-41CD-2F4C-B0D7-71352249BE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77A984-F224-654B-BD39-7DFDD3498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186881-A4D3-184E-BDE8-446DDD212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D840A-F3EA-4E40-A60B-27F0209C57D2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F6B0BA1-588F-5B46-9732-787AB81D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047686-2AB7-874F-8C2C-BC2BF5309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006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47110E-3C0A-1943-AE59-E1DF06CA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806E1E-D3D1-2B48-ABF5-20AF96342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80F143-970A-7B41-9E36-27854AA6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72A96-0A49-2944-A26F-D5369195C3D4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7DC6CF-C37B-1A4E-9AFA-651A8A0E4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8CC792-A06F-354D-A108-319BD29D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291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EB000F8-7609-1948-BE17-8E020BE20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01B0CE-758D-5A4D-BA68-3E9217E1F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2F2EFD-39EC-9545-9EF9-24419FF71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4C34-2DE1-3D45-BC22-DEC295DD0C18}" type="datetime1">
              <a:rPr kumimoji="1" lang="ja-JP" altLang="en-US" smtClean="0"/>
              <a:t>2023/6/9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D9F6D88-6135-774A-9448-8064724D8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883A33-3CEF-A34A-B824-E5719025F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6196FA-A448-BA48-B3A5-A63EC921965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48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164B9A5-3B7C-5A4C-98A5-359CC985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F8AE36-5B7E-A042-BCB2-AB6000808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1849B3-3A8E-5C47-A159-C2F6282936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0563C4F6-FEE7-C54F-BAE7-543587BECBC8}" type="datetime1">
              <a:rPr lang="ja-JP" altLang="en-US" smtClean="0"/>
              <a:t>2023/6/9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A0567-6869-6247-8AA9-A56B0E052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C63555-112A-5843-AA51-5F14A9DD2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Hiragino Kaku Gothic Pro W3" panose="020B0300000000000000" pitchFamily="34" charset="-128"/>
                <a:ea typeface="Hiragino Kaku Gothic Pro W3" panose="020B0300000000000000" pitchFamily="34" charset="-128"/>
              </a:defRPr>
            </a:lvl1pPr>
          </a:lstStyle>
          <a:p>
            <a:fld id="{E16196FA-A448-BA48-B3A5-A63EC921965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91407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1B614A2-56AD-D44D-2D7C-49FEA050C18F}"/>
              </a:ext>
            </a:extLst>
          </p:cNvPr>
          <p:cNvGrpSpPr/>
          <p:nvPr/>
        </p:nvGrpSpPr>
        <p:grpSpPr>
          <a:xfrm>
            <a:off x="441063" y="666973"/>
            <a:ext cx="9863276" cy="1764254"/>
            <a:chOff x="462579" y="2022437"/>
            <a:chExt cx="9863276" cy="1764254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C963C5D0-9FB2-738E-C2E0-EBE72C372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579" y="2022437"/>
              <a:ext cx="3187354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B7E8B9A3-A372-D4B2-CF3D-E7619FD62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829400" y="2022437"/>
              <a:ext cx="3129633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9CF8E37C-E12A-9FBA-99B2-6C2FD1C805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38501" y="2022437"/>
              <a:ext cx="3187354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ECBABE67-950F-F095-6D89-5287E83E86EF}"/>
              </a:ext>
            </a:extLst>
          </p:cNvPr>
          <p:cNvGrpSpPr/>
          <p:nvPr/>
        </p:nvGrpSpPr>
        <p:grpSpPr>
          <a:xfrm>
            <a:off x="441063" y="2662520"/>
            <a:ext cx="9814679" cy="1764254"/>
            <a:chOff x="482315" y="2022437"/>
            <a:chExt cx="9814679" cy="1764254"/>
          </a:xfrm>
        </p:grpSpPr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EF3165D1-C488-440A-A86E-CE25103D4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82315" y="2022437"/>
              <a:ext cx="3147881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D2E8580E-5CC7-17CF-678B-D8B52F1243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3680369" y="2022437"/>
              <a:ext cx="3427695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5" name="図 14">
              <a:extLst>
                <a:ext uri="{FF2B5EF4-FFF2-40B4-BE49-F238E27FC236}">
                  <a16:creationId xmlns:a16="http://schemas.microsoft.com/office/drawing/2014/main" id="{47505F94-E0A4-E1C9-EA37-E17C6342F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167361" y="2022437"/>
              <a:ext cx="3129633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9D5AE6E-057E-7F19-A9E2-9ECF46792810}"/>
              </a:ext>
            </a:extLst>
          </p:cNvPr>
          <p:cNvGrpSpPr/>
          <p:nvPr/>
        </p:nvGrpSpPr>
        <p:grpSpPr>
          <a:xfrm>
            <a:off x="441063" y="4709034"/>
            <a:ext cx="9810156" cy="1764254"/>
            <a:chOff x="482315" y="2022437"/>
            <a:chExt cx="9810156" cy="1764254"/>
          </a:xfrm>
        </p:grpSpPr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133D2455-6E90-8367-52A5-B30C43CE2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82315" y="2035296"/>
              <a:ext cx="3147881" cy="173853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D84AF491-05BC-25FA-BA7E-47D281D13F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792253" y="2022437"/>
              <a:ext cx="3203927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69C4B86E-EA05-A5F4-35C5-71979F47F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7171883" y="2022437"/>
              <a:ext cx="3120588" cy="176425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653444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66E54085-103B-AC4A-7EEC-908E01457065}"/>
              </a:ext>
            </a:extLst>
          </p:cNvPr>
          <p:cNvGrpSpPr/>
          <p:nvPr/>
        </p:nvGrpSpPr>
        <p:grpSpPr>
          <a:xfrm>
            <a:off x="528148" y="398291"/>
            <a:ext cx="9810156" cy="1764253"/>
            <a:chOff x="482315" y="2022437"/>
            <a:chExt cx="9810156" cy="1764253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9AFB6FB5-DDEB-7C05-4AF0-64BB41FC7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482315" y="2048155"/>
              <a:ext cx="3147881" cy="17128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02087E6B-6EBD-873D-F0CE-56D109A99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792253" y="2022437"/>
              <a:ext cx="3203927" cy="17642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8BBD92D9-2A2C-F2AF-CA26-A6D3C18675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171883" y="2037734"/>
              <a:ext cx="3120588" cy="17336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2D00C648-A5EF-700E-012F-2B57BD07709E}"/>
              </a:ext>
            </a:extLst>
          </p:cNvPr>
          <p:cNvGrpSpPr/>
          <p:nvPr/>
        </p:nvGrpSpPr>
        <p:grpSpPr>
          <a:xfrm>
            <a:off x="467968" y="2443378"/>
            <a:ext cx="9768736" cy="1738078"/>
            <a:chOff x="523735" y="2035524"/>
            <a:chExt cx="9768736" cy="1738078"/>
          </a:xfrm>
        </p:grpSpPr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8FEAE148-C3F4-FE62-052D-6C4CAC609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23735" y="2048155"/>
              <a:ext cx="3065040" cy="17128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ED268B8A-867E-EB70-6B8C-3CA4978C1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3792253" y="2035524"/>
              <a:ext cx="3203927" cy="17380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9" name="図 18">
              <a:extLst>
                <a:ext uri="{FF2B5EF4-FFF2-40B4-BE49-F238E27FC236}">
                  <a16:creationId xmlns:a16="http://schemas.microsoft.com/office/drawing/2014/main" id="{31416859-1140-A55D-A217-4D4657D5F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171883" y="2045382"/>
              <a:ext cx="3120588" cy="17183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FB4DD4D-022B-BE96-7369-83F276BF7B02}"/>
              </a:ext>
            </a:extLst>
          </p:cNvPr>
          <p:cNvGrpSpPr/>
          <p:nvPr/>
        </p:nvGrpSpPr>
        <p:grpSpPr>
          <a:xfrm>
            <a:off x="525830" y="4462290"/>
            <a:ext cx="9562586" cy="1738078"/>
            <a:chOff x="581597" y="2035524"/>
            <a:chExt cx="9562586" cy="1738078"/>
          </a:xfrm>
        </p:grpSpPr>
        <p:pic>
          <p:nvPicPr>
            <p:cNvPr id="27" name="図 26">
              <a:extLst>
                <a:ext uri="{FF2B5EF4-FFF2-40B4-BE49-F238E27FC236}">
                  <a16:creationId xmlns:a16="http://schemas.microsoft.com/office/drawing/2014/main" id="{590C017E-FF11-4AB0-2A80-87D24030D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581597" y="2048155"/>
              <a:ext cx="2949316" cy="17128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60D511C6-1B34-99A3-CD89-8E407EB90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918535" y="2035524"/>
              <a:ext cx="2951362" cy="17380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4BC9351A-E860-75CE-2EB1-7F1CCDE7CD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7320171" y="2045382"/>
              <a:ext cx="2824012" cy="17183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12081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2837461-372F-2CB7-EB31-DB2B8A2C94FA}"/>
              </a:ext>
            </a:extLst>
          </p:cNvPr>
          <p:cNvGrpSpPr/>
          <p:nvPr/>
        </p:nvGrpSpPr>
        <p:grpSpPr>
          <a:xfrm>
            <a:off x="243790" y="0"/>
            <a:ext cx="8846222" cy="1754007"/>
            <a:chOff x="676928" y="2035524"/>
            <a:chExt cx="8846222" cy="1754007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D32403EE-063B-BB7D-3A43-0C59EAD16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76928" y="2052268"/>
              <a:ext cx="3141424" cy="17372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7F84F684-590D-D2C6-1580-531CEF39B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4019922" y="2035524"/>
              <a:ext cx="2748588" cy="17380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486455B-2936-A03D-EB94-77F36A5DE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7038323" y="2055239"/>
              <a:ext cx="2484827" cy="171836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CBF7AFF5-4D5D-B5F3-3B5C-63FA956F891B}"/>
              </a:ext>
            </a:extLst>
          </p:cNvPr>
          <p:cNvGrpSpPr/>
          <p:nvPr/>
        </p:nvGrpSpPr>
        <p:grpSpPr>
          <a:xfrm>
            <a:off x="243790" y="1922396"/>
            <a:ext cx="9711822" cy="1678431"/>
            <a:chOff x="613789" y="2080130"/>
            <a:chExt cx="9711822" cy="1678431"/>
          </a:xfrm>
        </p:grpSpPr>
        <p:pic>
          <p:nvPicPr>
            <p:cNvPr id="20" name="図 19">
              <a:extLst>
                <a:ext uri="{FF2B5EF4-FFF2-40B4-BE49-F238E27FC236}">
                  <a16:creationId xmlns:a16="http://schemas.microsoft.com/office/drawing/2014/main" id="{8EB8C7AF-A0A9-EDDD-406D-C2E22716B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13789" y="2089051"/>
              <a:ext cx="2884932" cy="163102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1" name="図 20">
              <a:extLst>
                <a:ext uri="{FF2B5EF4-FFF2-40B4-BE49-F238E27FC236}">
                  <a16:creationId xmlns:a16="http://schemas.microsoft.com/office/drawing/2014/main" id="{015F7FA5-04A1-4729-26F2-2780A2E98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3883577" y="2080130"/>
              <a:ext cx="3059103" cy="16695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BC3D0988-7B27-A25E-4993-AC7A0B50FC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210549" y="2089051"/>
              <a:ext cx="3115062" cy="16695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3A14B44-B62E-4262-A082-9EB34877A2CE}"/>
              </a:ext>
            </a:extLst>
          </p:cNvPr>
          <p:cNvGrpSpPr/>
          <p:nvPr/>
        </p:nvGrpSpPr>
        <p:grpSpPr>
          <a:xfrm>
            <a:off x="243790" y="3639335"/>
            <a:ext cx="9239236" cy="1614992"/>
            <a:chOff x="581597" y="2106995"/>
            <a:chExt cx="9239236" cy="1614992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2E482D7E-DBC2-0E20-3750-399FE11B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581597" y="2106995"/>
              <a:ext cx="2949316" cy="15951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9" name="図 28">
              <a:extLst>
                <a:ext uri="{FF2B5EF4-FFF2-40B4-BE49-F238E27FC236}">
                  <a16:creationId xmlns:a16="http://schemas.microsoft.com/office/drawing/2014/main" id="{A195D0B2-A658-93F7-6495-E9195A079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3819194" y="2110895"/>
              <a:ext cx="2917125" cy="16110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0" name="図 29">
              <a:extLst>
                <a:ext uri="{FF2B5EF4-FFF2-40B4-BE49-F238E27FC236}">
                  <a16:creationId xmlns:a16="http://schemas.microsoft.com/office/drawing/2014/main" id="{1E579A92-5AFE-D2E2-DCF4-3C3C658DD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7024600" y="2106995"/>
              <a:ext cx="2796233" cy="1562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F86A1C9C-A5D1-C774-7659-636F2677C4B0}"/>
              </a:ext>
            </a:extLst>
          </p:cNvPr>
          <p:cNvGrpSpPr/>
          <p:nvPr/>
        </p:nvGrpSpPr>
        <p:grpSpPr>
          <a:xfrm>
            <a:off x="321231" y="5447669"/>
            <a:ext cx="9237436" cy="1614992"/>
            <a:chOff x="581597" y="2106995"/>
            <a:chExt cx="9237436" cy="1614992"/>
          </a:xfrm>
        </p:grpSpPr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1B9904E5-D271-4CFC-E15A-57215824F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581597" y="2139569"/>
              <a:ext cx="2949316" cy="152998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39" name="図 38">
              <a:extLst>
                <a:ext uri="{FF2B5EF4-FFF2-40B4-BE49-F238E27FC236}">
                  <a16:creationId xmlns:a16="http://schemas.microsoft.com/office/drawing/2014/main" id="{D5EA9FFB-D9E1-E884-A84C-9AFA9A694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3842292" y="2110895"/>
              <a:ext cx="2870928" cy="161109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40" name="図 39">
              <a:extLst>
                <a:ext uri="{FF2B5EF4-FFF2-40B4-BE49-F238E27FC236}">
                  <a16:creationId xmlns:a16="http://schemas.microsoft.com/office/drawing/2014/main" id="{5EE9786F-200D-BB64-10D6-FE48AF930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7026399" y="2106995"/>
              <a:ext cx="2792634" cy="15626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83893711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9D690A5-7AA1-CF4F-B7BD-F5899D297545}" vid="{DC09A904-4D85-A242-8375-7D55BFB098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353</TotalTime>
  <Words>0</Words>
  <Application>Microsoft Macintosh PowerPoint</Application>
  <PresentationFormat>ワイド画面</PresentationFormat>
  <Paragraphs>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Hiragino Kaku Gothic Pro W3</vt:lpstr>
      <vt:lpstr>Hiragino Maru Gothic Pro W4</vt:lpstr>
      <vt:lpstr>游ゴシック</vt:lpstr>
      <vt:lpstr>Arial</vt:lpstr>
      <vt:lpstr>theme1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増田　慧樹</dc:creator>
  <cp:lastModifiedBy>増田　慧樹</cp:lastModifiedBy>
  <cp:revision>1</cp:revision>
  <dcterms:created xsi:type="dcterms:W3CDTF">2023-06-09T04:27:06Z</dcterms:created>
  <dcterms:modified xsi:type="dcterms:W3CDTF">2023-06-09T10:20:52Z</dcterms:modified>
</cp:coreProperties>
</file>